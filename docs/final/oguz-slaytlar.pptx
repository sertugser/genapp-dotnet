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Sorun: eski sistem CICS ve Db2 ister, bizde yok. Karar: denediğimiz programı kendi başına çalıştırıp dışındaki her şeyi sahte parçalarla değiştirdik (bağımlılık izolasyonu). Önemli kural: stub sonuç uydurmaz; ekranda görünen şey programın kendi kodundan gelir. Bedel: gerçek Db2, VSAM ve CICS davranışını ölçemeyiz. Kaynak: docs/adr/0004-legacy-test-harness.md.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tahmin satırını iddialara ayırıp çıktıyla bayt bayt karşılaştırdık. Tutmayan satır çıkmadı. Toplamlar üç ayrı çalıştırma kaydının toplamı: 14+21+18 = 53 tuttu, 3+4+3 = 10 belirsiz, 17+25+21 = 63 satır. İlk iki satır tests/results/prediction-accuracy.md'de, motor satırı runs/lgipol01.md'de. Yüzde yüz, tahminler kusursuz demek değil: ölçtüğümüz COBOL'un Db2'ye ne verdiği, Db2'nin ne yaptığı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Aynı operasyonları bir LLM'e çevirttik, kodunu bizim eşdeğerlik testlerimizle çalıştırdık. 15 çıktının hepsi derlendi ve 10 testin 10'unu geçti; bizim kodumuz da 10/10. Testlerin kendisi 10 tane olduğu için ikisini ayıramadı; ek olarak belgedeki 16 davranışı ölçüm dışı yokladık, onda da hata çıkmadı. Plan 18 operasyondu; çalıştırma ekip kararıyla 16 çağrıda durduruldu ve beş operasyon (15 çağrı) ölçüme kaldı, bu yüzden sonuç genellenemez. Bizim kodumuz da Claude Code yardımıyla yazıldı; karşılaştırma insan ile yapay zekâ arasında değil, adım adım yazılan kod ile tek seferde çevrilen kod arasındadır. Kaynak: tests/results/llm-comparison.md.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6FB8"/>
                </a:solidFill>
              </a:defRPr>
            </a:pPr>
            <a:r>
              <a:t>Oğuz · GnuCOBOL ve LLM deneyi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A37"/>
                </a:solidFill>
              </a:defRPr>
            </a:pPr>
            <a:r>
              <a:t>Eski kodu CICS ve Db2 olmadan çalıştırdık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D6FB8"/>
                </a:solidFill>
              </a:defRPr>
            </a:pPr>
            <a:r>
              <a:t>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37"/>
                </a:solidFill>
              </a:defRPr>
            </a:pPr>
            <a:r>
              <a:t>Elimizde z/OS, CICS ve Db2 yok.</a:t>
            </a:r>
          </a:p>
          <a:p>
            <a:pPr>
              <a:spcAft>
                <a:spcPts val="600"/>
              </a:spcAft>
              <a:defRPr sz="1600" b="0">
                <a:solidFill>
                  <a:srgbClr val="1F2A37"/>
                </a:solidFill>
              </a:defRPr>
            </a:pPr>
            <a:r>
              <a:t>COBOL kodu GnuCOBOL'da derlenmiyor: ilk denemede 12 hata, hepsi CICS bağımlılığı (EIB alanları, EXEC CICS, EXEC SQL).</a:t>
            </a:r>
          </a:p>
          <a:p>
            <a:pPr>
              <a:spcAft>
                <a:spcPts val="600"/>
              </a:spcAft>
              <a:defRPr sz="1600" b="0">
                <a:solidFill>
                  <a:srgbClr val="1F2A37"/>
                </a:solidFill>
              </a:defRPr>
            </a:pPr>
            <a:r>
              <a:t>Kodu sadece okumak, tahminin doğruluğunu göstermez.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394960" cy="4297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D6FB8"/>
                </a:solidFill>
              </a:defRPr>
            </a:pPr>
            <a:r>
              <a:t>Karar (ADR 0004): sahte parçalar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029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7"/>
                </a:solidFill>
              </a:defRPr>
            </a:pPr>
            <a:r>
              <a:t>EIB alanları programın kendi değişkenleri olur.</a:t>
            </a:r>
          </a:p>
          <a:p>
            <a:pPr>
              <a:spcAft>
                <a:spcPts val="600"/>
              </a:spcAft>
              <a:defRPr sz="1500" b="0">
                <a:solidFill>
                  <a:srgbClr val="1F2A37"/>
                </a:solidFill>
              </a:defRPr>
            </a:pPr>
            <a:r>
              <a:t>EXEC CICS → GnuCOBOL karşılığı (RETURN → GOBACK, LINK → CALL).</a:t>
            </a:r>
          </a:p>
          <a:p>
            <a:pPr>
              <a:spcAft>
                <a:spcPts val="600"/>
              </a:spcAft>
              <a:defRPr sz="1500" b="0">
                <a:solidFill>
                  <a:srgbClr val="1F2A37"/>
                </a:solidFill>
              </a:defRPr>
            </a:pPr>
            <a:r>
              <a:t>Bağlı programlar stub: sonuç uydurmaz, sadece ne aldığını yazar.</a:t>
            </a:r>
          </a:p>
          <a:p>
            <a:pPr>
              <a:spcAft>
                <a:spcPts val="600"/>
              </a:spcAft>
              <a:defRPr sz="1500" b="0">
                <a:solidFill>
                  <a:srgbClr val="1F2A37"/>
                </a:solidFill>
              </a:defRPr>
            </a:pPr>
            <a:r>
              <a:t>Bir sürücü program CICS'in rolünü oynar; her durum ayrı süreçte.</a:t>
            </a:r>
          </a:p>
          <a:p>
            <a:pPr>
              <a:spcAft>
                <a:spcPts val="600"/>
              </a:spcAft>
              <a:defRPr sz="1500" b="0">
                <a:solidFill>
                  <a:srgbClr val="1F2A37"/>
                </a:solidFill>
              </a:defRPr>
            </a:pPr>
            <a:r>
              <a:t>EXEC SQL: sahte SQLCODE; sonuç "Db2 bu kodu verirse" koşulludur.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6FB8"/>
                </a:solidFill>
              </a:defRPr>
            </a:pPr>
            <a:r>
              <a:t>Oğuz · GnuCOBOL ve LLM deneyi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A37"/>
                </a:solidFill>
              </a:defRPr>
            </a:pPr>
            <a:r>
              <a:t>Tahminler çalıştırmayla çelişmedi: 53 / 53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914400"/>
                <a:gridCol w="914400"/>
                <a:gridCol w="1005840"/>
                <a:gridCol w="10058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t>Çalıştırılan zincir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Satır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tuttu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tutmadı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belirsiz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Ana ölçü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/>
                      </a:pPr>
                      <a:r>
                        <a:t>LGICUS01 → LGICDB01 (müşteri sorgula)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14/14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/>
                      </a:pPr>
                      <a:r>
                        <a:t>LGACUS01 → LGACDB01 → LGACVS01, LGACDB02 (müşteri ekle)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21/21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/>
                      </a:pPr>
                      <a:r>
                        <a:t>LGIPOL01 → LGIPDB01 (motor sorgula)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/>
                      </a:pPr>
                      <a:r>
                        <a:t>18/18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53/53 = %100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570"/>
                </a:solidFill>
              </a:defRPr>
            </a:pPr>
            <a:r>
              <a:t>Yardımcı (kötümser) ölçü: 53/63 = %84,1. "Belirsiz" satırları tahminin kendisi işaretledi; puanlanmadı.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646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D6FB8"/>
                </a:solidFill>
              </a:defRPr>
            </a:pPr>
            <a:r>
              <a:t>Bu yüzde ne demek değil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Gerçek Db2/CICS ölçülmedi: düzenek ve tahmin aynı varsayımı paylaşıyorsa fark görünmez. Güncelle, sil, konut, hayat, ticari ölçülmedi.</a:t>
            </a:r>
          </a:p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Tek kişi ölçtü; kurallar çalıştırmadan önce commit'lendi, betik bilerek bozulmuş çıktılarla sınandı.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6FB8"/>
                </a:solidFill>
              </a:defRPr>
            </a:pPr>
            <a:r>
              <a:t>Oğuz · GnuCOBOL ve LLM deneyi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A37"/>
                </a:solidFill>
              </a:defRPr>
            </a:pPr>
            <a:r>
              <a:t>LLM'in tek seferde yazdığı kod: aynı 10 testten 10'u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371600"/>
                <a:gridCol w="137160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/>
                      </a:pPr>
                      <a:r>
                        <a:t>Beş operasyon (10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Bizim 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LLM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LLM 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LLM T3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/>
                      </a:pPr>
                      <a:r>
                        <a:t>musteri-ekle · musteri-sorgula · musteri-guncelle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4/4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/>
                      </a:pPr>
                      <a:r>
                        <a:t>motor-ekle · motor-sorgula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6/6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/>
                      </a:pPr>
                      <a: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10/10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657600"/>
            <a:ext cx="5394960" cy="29260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67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D6FB8"/>
                </a:solidFill>
              </a:defRPr>
            </a:pPr>
            <a:r>
              <a:t>Nasıl ölçtük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Model: claude-opus-5-5; COBOL + API/şema belgeleri verildi, bizim C# kodumuz ve testler verilmedi.</a:t>
            </a:r>
          </a:p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Tek atış, geri bildirim yok, 3 bağımsız tekrar.</a:t>
            </a:r>
          </a:p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Negatif kontrol: LLM dosyası olmadan testler 0/10.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394960" cy="29260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67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D6FB8"/>
                </a:solidFill>
              </a:defRPr>
            </a:pPr>
            <a:r>
              <a:t>Sınır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Sadece bu 5 operasyon; 18'e genellenmez. Güncellemede kodun ezilmesi, silmede tür kontrolü, ticari liste sorguları kapsam dışı.</a:t>
            </a:r>
          </a:p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Test seti küçük: ikisi de %100, testler ayıramadı.</a:t>
            </a:r>
          </a:p>
          <a:p>
            <a:pPr>
              <a:spcAft>
                <a:spcPts val="600"/>
              </a:spcAft>
              <a:defRPr sz="1400" b="0">
                <a:solidFill>
                  <a:srgbClr val="1F2A37"/>
                </a:solidFill>
              </a:defRPr>
            </a:pPr>
            <a:r>
              <a:t>Seçim rastgele değil: çalıştırma sırasında ilk gelen 5 operasyon.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